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Abertura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2103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TREINAMENTO · TIME DE PROJETOS · VERSÃO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265176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GERADOR DE</a:t>
            </a:r>
            <a:endParaRPr lang="en-US" sz="7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MEMORIAL</a:t>
            </a:r>
            <a:endParaRPr lang="en-US" sz="7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DESCRITIVO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1051560" y="6583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criar, conferir e emitir um memorial em minutos — agora com o assistente por etapas.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51560" y="8503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gmd.mybegreen.com.br</a:t>
            </a:r>
            <a:pPr indent="0" marL="0">
              <a:buNone/>
            </a:pPr>
            <a:r>
              <a:rPr lang="en-US" sz="14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·   BeGreen Mobilidade Elétrica · setembro/2026</a:t>
            </a:r>
            <a:endParaRPr lang="en-US" sz="1400" dirty="0"/>
          </a:p>
        </p:txBody>
      </p:sp>
      <p:pic>
        <p:nvPicPr>
          <p:cNvPr id="9" name="Image 1" descr="/private/tmp/claude-501/-Users-kauebrunetti-Desktop-AA-IA/a61a0c6d-c00f-4961-a6dc-585d0eb4df0c/scratchpad/shots/r_tel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514600"/>
            <a:ext cx="822960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Abertura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POR QUE A FERRAMENTA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QUE MUDA NO SEU DIA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7863840" cy="512064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2999232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ANTES  ·  </a:t>
            </a:r>
            <a:pPr indent="0" marL="0">
              <a:buNone/>
            </a:pPr>
            <a:r>
              <a:rPr lang="en-US" sz="20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CADA MEMORIAL ERA UM DOCUMENTO NOVO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17320" y="3931920"/>
            <a:ext cx="7132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Texto no Word, tabelas à mão, dimensionamento numa planilha à parte, numeração de cabeça, versões espalhadas por e-mail. Um erro de digitação virava um memorial errado no cliente.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72600" y="2743200"/>
            <a:ext cx="7863840" cy="512064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38360" y="2999232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AGORA  ·  </a:t>
            </a:r>
            <a:pPr indent="0" marL="0">
              <a:buNone/>
            </a:pPr>
            <a:r>
              <a:rPr lang="en-US" sz="20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VOCÊ PREENCHE OS PARÂMETROS, O GMD ESCREVE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738360" y="3931920"/>
            <a:ext cx="7132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etapas guiadas. O gerador calcula correntes, cabos, disjuntores, DPS e queda de tensão pela NBR 5410, monta as tabelas, o diagrama e a memória de cálculo, numera o documento e guarda tudo na nuvem do time.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padrão BeGreen — normas, textos, cabeçalhos, revisão e aprovação — é fixo. Você cuida do que muda por obra.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1051560" y="822960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63040" y="833932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832104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Endereço oficial: gmd.mybegreen.com.br — funciona em qualquer navegador, sem instalar nada.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Abertura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VISÃO GERAL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CAMINHO DE UM MEMORIAL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3108960"/>
            <a:ext cx="2514600" cy="4206240"/>
          </a:xfrm>
          <a:prstGeom prst="roundRect">
            <a:avLst>
              <a:gd name="adj" fmla="val 727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25880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325880" y="4389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ENTRAR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25880" y="49377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E-mail e senha, em gmd.mybegreen.com.br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776472" y="3108960"/>
            <a:ext cx="2514600" cy="4206240"/>
          </a:xfrm>
          <a:prstGeom prst="roundRect">
            <a:avLst>
              <a:gd name="adj" fmla="val 727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50792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4050792" y="4389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COMEÇAR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50792" y="49377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Menu ☰ → Novo em branco ou a partir de um modelo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501384" y="3108960"/>
            <a:ext cx="2514600" cy="4206240"/>
          </a:xfrm>
          <a:prstGeom prst="roundRect">
            <a:avLst>
              <a:gd name="adj" fmla="val 727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75704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4800" dirty="0"/>
          </a:p>
        </p:txBody>
      </p:sp>
      <p:sp>
        <p:nvSpPr>
          <p:cNvPr id="17" name="Text 14"/>
          <p:cNvSpPr/>
          <p:nvPr/>
        </p:nvSpPr>
        <p:spPr>
          <a:xfrm>
            <a:off x="6775704" y="4389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775704" y="49377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etapas, uma por vez; as que não se aplicam somem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9226296" y="3108960"/>
            <a:ext cx="2514600" cy="4206240"/>
          </a:xfrm>
          <a:prstGeom prst="roundRect">
            <a:avLst>
              <a:gd name="adj" fmla="val 727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500616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4800" dirty="0"/>
          </a:p>
        </p:txBody>
      </p:sp>
      <p:sp>
        <p:nvSpPr>
          <p:cNvPr id="21" name="Text 18"/>
          <p:cNvSpPr/>
          <p:nvPr/>
        </p:nvSpPr>
        <p:spPr>
          <a:xfrm>
            <a:off x="9500616" y="4389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CONFERIR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500616" y="49377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Pendências na barra superior e o documento ao lado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11951208" y="3108960"/>
            <a:ext cx="2514600" cy="4206240"/>
          </a:xfrm>
          <a:prstGeom prst="roundRect">
            <a:avLst>
              <a:gd name="adj" fmla="val 727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225528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lang="en-US" sz="4800" dirty="0"/>
          </a:p>
        </p:txBody>
      </p:sp>
      <p:sp>
        <p:nvSpPr>
          <p:cNvPr id="25" name="Text 22"/>
          <p:cNvSpPr/>
          <p:nvPr/>
        </p:nvSpPr>
        <p:spPr>
          <a:xfrm>
            <a:off x="12225528" y="4389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EMITIR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2225528" y="49377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Rascunho → Revisado → Emitido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14676120" y="3108960"/>
            <a:ext cx="2514600" cy="4206240"/>
          </a:xfrm>
          <a:prstGeom prst="roundRect">
            <a:avLst>
              <a:gd name="adj" fmla="val 727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4950440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lang="en-US" sz="4800" dirty="0"/>
          </a:p>
        </p:txBody>
      </p:sp>
      <p:sp>
        <p:nvSpPr>
          <p:cNvPr id="29" name="Text 26"/>
          <p:cNvSpPr/>
          <p:nvPr/>
        </p:nvSpPr>
        <p:spPr>
          <a:xfrm>
            <a:off x="14950440" y="4389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ENTREGAR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14950440" y="49377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Gerar PDF com o nome padrão BG-ME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1051560" y="786384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463040" y="797356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1920240" y="795528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 médio para um condomínio padrão, do login ao PDF: cerca de 10 minutos.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" y="950976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BLOCO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0976" y="3291840"/>
            <a:ext cx="16459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950976" y="5120640"/>
            <a:ext cx="1645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ACESSO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50976" y="6217920"/>
            <a:ext cx="1371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Entrar, primeiro acesso e a tela principal.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0976" y="8979408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 5 a 7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01 · Acesso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ACESSO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ENTRAR NO GERADOR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login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2743200"/>
            <a:ext cx="5266944" cy="6035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421624" y="283464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421624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79408" y="2798064"/>
            <a:ext cx="8220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LINK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gmd.mybegreen.com.br abre em qualquer navegador, em qualquer computador. Não instala nada. (O endereço antigo bg-gmd.vercel.app continua valendo.)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8421624" y="3931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21624" y="3931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979408" y="3895344"/>
            <a:ext cx="8220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E-MAIL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e-mail que o administrador cadastrou na Equipe. Sem cadastro, o gerador recusa a entrada.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8421624" y="50292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21624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79408" y="4992624"/>
            <a:ext cx="8220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SENHA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que você criou no primeiro acesso. Esqueceu? "Esqueci a senha" manda um link para o seu e-mail.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8421624" y="61264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421624" y="6126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979408" y="6089904"/>
            <a:ext cx="8220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SESSÃO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Fica lembrada no navegador. Em computador compartilhado, use "sair" no canto superior direito.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8412480" y="7498080"/>
            <a:ext cx="8778240" cy="914400"/>
          </a:xfrm>
          <a:prstGeom prst="roundRect">
            <a:avLst>
              <a:gd name="adj" fmla="val 24000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823960" y="7607808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9281160" y="758952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Seu nome aparece como gestor em cada projeto que você cria e no campo "Elaborado" do memorial.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01 · Acesso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ACESSO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PRIMEIRO ACESSO E SENHA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5212080" cy="4206240"/>
          </a:xfrm>
          <a:prstGeom prst="roundRect">
            <a:avLst>
              <a:gd name="adj" fmla="val 391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299923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ADMINISTRADOR CADASTRA SEU E-MAIL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17320" y="393192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Menu ☰ → Equipe → Adicionar pessoa: e-mail, nome e papel (projetista, líder ou administrador).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37960" y="2743200"/>
            <a:ext cx="5212080" cy="4206240"/>
          </a:xfrm>
          <a:prstGeom prst="roundRect">
            <a:avLst>
              <a:gd name="adj" fmla="val 391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03720" y="299923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VOCÊ CLICA EM "PRIMEIRO ACESSO"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903720" y="393192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tela de entrada, informe o e-mail cadastrado e crie a sua senha. Chega um e-mail de confirmação: clique no link e pronto.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2024360" y="2743200"/>
            <a:ext cx="5212080" cy="4206240"/>
          </a:xfrm>
          <a:prstGeom prst="roundRect">
            <a:avLst>
              <a:gd name="adj" fmla="val 391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390120" y="299923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ENTRE COM E-MAIL E SENHA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90120" y="393192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 próxima vez é só entrar. Trocou de computador? Mesmo e-mail, mesma senha — os projetos estão na nuvem, não na máquina.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51560" y="740664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3040" y="751636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749808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Papéis: projetista cria e emite memoriais; líder e administrador também criam e excluem modelos do time; só o administrador cadastra pessoas.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01 · Acesso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TELA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TUDO O QUE VOCÊ VÊ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tel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697480"/>
            <a:ext cx="10972800" cy="6553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2719304" y="26974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2719304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277088" y="2660904"/>
            <a:ext cx="39684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STATUS DO DOCUMENTO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Rascunho, Revisado ou Emitido, com os botões do fluxo.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12719304" y="3721608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2719304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3277088" y="3685032"/>
            <a:ext cx="39684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PENDÊNCIAS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Pílula vermelha com o que falta; clique e vá direto ao campo.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12719304" y="4745736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2719304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3277088" y="4709160"/>
            <a:ext cx="39684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BUSCA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cliente, número, endereço ou gestor.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12719304" y="5769864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2719304" y="5769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3277088" y="5733288"/>
            <a:ext cx="39684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MENU ☰ E GERAR PDF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Tudo o que não é preencher fica no menu.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12719304" y="6793992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2719304" y="679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13277088" y="6757416"/>
            <a:ext cx="39684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CARD DE PARÂMETROS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Barra de etapas, a etapa atual e Anterior / Próximo.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12719304" y="78181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2719304" y="7818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13277088" y="7781544"/>
            <a:ext cx="39684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DOCUMENTO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Página por página, igual ao PDF.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" y="950976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BLOCO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0976" y="3291840"/>
            <a:ext cx="16459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950976" y="5120640"/>
            <a:ext cx="1645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COMEÇAR UM PROJETO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50976" y="6217920"/>
            <a:ext cx="1371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menu ☰, os modelos do time e o número do documento.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0976" y="8979408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 9 a 11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02 · Começar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COMEÇAR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MENU ☰: TRÊS JEITOS DE COMEÇAR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menu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5669280" cy="386541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315200" y="2743200"/>
            <a:ext cx="9921240" cy="1783080"/>
          </a:xfrm>
          <a:prstGeom prst="roundRect">
            <a:avLst>
              <a:gd name="adj" fmla="val 9231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0" y="2999232"/>
            <a:ext cx="9189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PADRÃO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NOVO A PARTIR DE UM MODELO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680960" y="3931920"/>
            <a:ext cx="9189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Abre a biblioteca do time: pesquise pelo cenário (Condomínio 2 × 7,4 kW, Frota 60 kW DC…) e clique em Usar. Vem tudo preenchido, menos cliente, endereço, fotos e ART.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315200" y="4754880"/>
            <a:ext cx="9921240" cy="1783080"/>
          </a:xfrm>
          <a:prstGeom prst="roundRect">
            <a:avLst>
              <a:gd name="adj" fmla="val 9231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680960" y="5010912"/>
            <a:ext cx="9189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MESMO PROJETO, OUTRO CLIENTE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DUPLICAR ESTE PROJETO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680960" y="5943600"/>
            <a:ext cx="9189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Copia o projeto aberto com um número novo. Útil para torres iguais do mesmo condomínio ou obras repetidas.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6766560"/>
            <a:ext cx="9921240" cy="1783080"/>
          </a:xfrm>
          <a:prstGeom prst="roundRect">
            <a:avLst>
              <a:gd name="adj" fmla="val 9231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680960" y="7022592"/>
            <a:ext cx="9189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SÓ FORA DO PADRÃO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NOVO PROJETO EM BRANCO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680960" y="7955280"/>
            <a:ext cx="9189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quando nenhum modelo serve. Tudo começa vazio, com os padrões de cabo, temperatura e queda de tensão da BeGreen.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315200" y="8778240"/>
            <a:ext cx="9921240" cy="777240"/>
          </a:xfrm>
          <a:prstGeom prst="roundRect">
            <a:avLst>
              <a:gd name="adj" fmla="val 28235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26680" y="8887968"/>
            <a:ext cx="365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8183880" y="8869680"/>
            <a:ext cx="8732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qualquer um dos três, o número BG-ME é gerado na hora e o projeto já vai para a nuvem.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02 · Começar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COMEÇAR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BIBLIOTECA DE MODELOS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modelos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10241280" cy="417342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88720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188720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2444984" y="2752344"/>
            <a:ext cx="4791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PESQUISE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Nome, potência, tensão, QDA… a lista filtra enquanto você digita.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11887200" y="3931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1887200" y="3931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2444984" y="3895344"/>
            <a:ext cx="4791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USAR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Cria o projeto com os parâmetros do modelo. Nada é sobrescrito no modelo.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11887200" y="5074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1887200" y="5074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2444984" y="5038344"/>
            <a:ext cx="4791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OFICIAIS E DO TIME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oficiais são os cenários BeGreen; os do time, criados por líderes e administradores.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11887200" y="6217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1887200" y="6217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2444984" y="6181344"/>
            <a:ext cx="4791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SALVAR COMO MODELO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Ficou um projeto bem montado? Menu ☰ → Salvar o projeto atual como modelo (líder/admin).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1051560" y="740664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463040" y="751636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1920240" y="749808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líderes e administradores criam e excluem modelos (botão ×). Projetistas usam.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02 · Começar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COMEÇAR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NÚMERO DO DOCUMENTO E CLIENTE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3840480" cy="2194560"/>
          </a:xfrm>
          <a:prstGeom prst="roundRect">
            <a:avLst>
              <a:gd name="adj" fmla="val 833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25880" y="29260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BG-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132588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BeGreen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20640" y="2743200"/>
            <a:ext cx="3840480" cy="2194560"/>
          </a:xfrm>
          <a:prstGeom prst="roundRect">
            <a:avLst>
              <a:gd name="adj" fmla="val 833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94960" y="29260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ME-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539496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Mobilidade Elétrica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189720" y="2743200"/>
            <a:ext cx="3840480" cy="2194560"/>
          </a:xfrm>
          <a:prstGeom prst="roundRect">
            <a:avLst>
              <a:gd name="adj" fmla="val 833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464040" y="29260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26-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946404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Ano (2026)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3258800" y="2743200"/>
            <a:ext cx="3840480" cy="2194560"/>
          </a:xfrm>
          <a:prstGeom prst="roundRect">
            <a:avLst>
              <a:gd name="adj" fmla="val 833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533120" y="29260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0001</a:t>
            </a:r>
            <a:endParaRPr lang="en-US" sz="5400" dirty="0"/>
          </a:p>
        </p:txBody>
      </p:sp>
      <p:sp>
        <p:nvSpPr>
          <p:cNvPr id="18" name="Text 15"/>
          <p:cNvSpPr/>
          <p:nvPr/>
        </p:nvSpPr>
        <p:spPr>
          <a:xfrm>
            <a:off x="1353312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Sequência do ano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051560" y="54864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515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609344" y="5449824"/>
            <a:ext cx="72146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AUTOMÁTICO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botão "auto" ao lado do nº pega o próximo número da sequência na nuvem — nunca repete, mesmo com duas pessoas criando ao mesmo tempo.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1051560" y="68580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51560" y="6858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609344" y="6821424"/>
            <a:ext cx="72146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NÃO INVENTE NÚMERO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digite à mão se for regularizar um documento antigo.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9464040" y="54864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6404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21824" y="5449824"/>
            <a:ext cx="72146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CLIENTE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Comece a digitar: os clientes já usados aparecem para completar. Escreva como deve sair na capa.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464040" y="68580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464040" y="6858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21824" y="6821424"/>
            <a:ext cx="72146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ENDEREÇO E CIDADE/UF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Também vão para a capa e para o cabeçalho de cada página.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1051560" y="8503920"/>
            <a:ext cx="16184880" cy="777240"/>
          </a:xfrm>
          <a:prstGeom prst="roundRect">
            <a:avLst>
              <a:gd name="adj" fmla="val 28235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463040" y="8613648"/>
            <a:ext cx="365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1920240" y="8595360"/>
            <a:ext cx="1499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arquivo PDF sai com o nome padrão: BG-ME-26-0001_Rev00_Cliente.pdf.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" y="950976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BLOCO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0976" y="3291840"/>
            <a:ext cx="16459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950976" y="5120640"/>
            <a:ext cx="1645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50976" y="6217920"/>
            <a:ext cx="1371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assistente por etapas: uma seção por vez. O que a ferramenta calcula, você não digita.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0976" y="8979408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 13 a 18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03 · Preencher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COMO FUNCIONA O ASSISTENTE POR ETAPAS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card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5120640" cy="60147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6656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76656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324344" y="2752344"/>
            <a:ext cx="44714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BARRA DE ETAPAS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traços: verde = concluída, preto = atual, tracejado = não se aplica. Clique em qualquer um para pular.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6766560" y="420624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324344" y="4169664"/>
            <a:ext cx="44714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ANTERIOR / PRÓXIMO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Sempre no rodapé do card. Na última etapa vira "Concluir".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766560" y="56235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766560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324344" y="5586984"/>
            <a:ext cx="44714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ETAPAS AUTOMÁTICAS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Transformador (3), QDA (4) e Análise de demanda (7) só aparecem se você marcar "Sim" na etapa 2.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1225296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225296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2810744" y="2752344"/>
            <a:ext cx="44714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NADA SE PERDE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campo é salvo na nuvem ao sair dele. A etapa em que você parou é lembrada.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12252960" y="420624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225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12810744" y="4169664"/>
            <a:ext cx="44714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RECOLHER PARÂMETROS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card vira a bola BeGreen no canto; clique nela para voltar. Sobra tela para ler o documento.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12252960" y="56235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2252960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12810744" y="5586984"/>
            <a:ext cx="44714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DOCUMENTO ACOMPANHA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campo alterado redesenha o memorial ao lado, com paginação real.</a:t>
            </a:r>
            <a:endParaRPr lang="en-US" sz="1700" dirty="0"/>
          </a:p>
        </p:txBody>
      </p:sp>
      <p:pic>
        <p:nvPicPr>
          <p:cNvPr id="26" name="Image 2" descr="/private/tmp/claude-501/-Users-kauebrunetti-Desktop-AA-IA/a61a0c6d-c00f-4961-a6dc-585d0eb4df0c/scratchpad/shots/r_bola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4640" y="7223760"/>
            <a:ext cx="2926080" cy="21736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03 · Preencher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ETAPAS 1 E 2 · CLIENTE E ENTRADA DE ENERGIA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etapa2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5120640" cy="60147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66560" y="2743200"/>
            <a:ext cx="5029200" cy="6126480"/>
          </a:xfrm>
          <a:prstGeom prst="roundRect">
            <a:avLst>
              <a:gd name="adj" fmla="val 327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132320" y="299923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1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IDENTIFICAÇÃO DO CLIENTE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132320" y="3931920"/>
            <a:ext cx="4297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Cliente, endereço, cidade/UF, nº do documento (auto), revisão e data, ART de execução e descrição da revisão.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"Emitir nova revisão" guarda a versão atual no histórico antes de você alterar o documento.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12252960" y="2743200"/>
            <a:ext cx="5029200" cy="6126480"/>
          </a:xfrm>
          <a:prstGeom prst="roundRect">
            <a:avLst>
              <a:gd name="adj" fmla="val 327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2618720" y="299923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2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ENTRADA DE ENERGIA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2618720" y="3931920"/>
            <a:ext cx="4297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Tensão e configuração (127/220/380 V · F+N+T, 2F+T, 2F+N+T, 3F+N+T), disjuntor geral do QGBT, corrente de curto presumida Ik (kA), aterramento existente e esquema TN-S / TT.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Aqui você também liga as etapas opcionais: transformador, QDA e análise de demanda.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03 · Preencher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ETAPAS 3 E 4 · TRANSFORMADOR E QDA (SÓ QUANDO SE APLICAM)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7863840" cy="420624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2999232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3  ·  </a:t>
            </a:r>
            <a:pPr indent="0" marL="0">
              <a:buNone/>
            </a:pPr>
            <a:r>
              <a:rPr lang="en-US" sz="20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TRANSFORMADOR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17320" y="3931920"/>
            <a:ext cx="7132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Aparece só com "Necessidade de transformador = Sim". Potência (kVA), tensões e modos de ligação do primário e secundário, grau de proteção.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transformador, o QDA é incluído automaticamente e a tensão de saída passa a ser a referência dos circuitos.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372600" y="2743200"/>
            <a:ext cx="7863840" cy="420624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38360" y="2999232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4  ·  </a:t>
            </a:r>
            <a:pPr indent="0" marL="0">
              <a:buNone/>
            </a:pPr>
            <a:r>
              <a:rPr lang="en-US" sz="20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QDA · QUADRO DE DISTRIBUIÇÃO DAS ESTAÇÕES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738360" y="3931920"/>
            <a:ext cx="7132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Aparece com "Quadro de distribuição dedicado = Sim". Informe a quantidade de estações de recarga: o gerador cria um ponto para cada uma e dimensiona o Trecho 2 (QGBT → QDA) para a soma delas.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QDA, cada estação sai direto do QGBT (Trecho 1).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51560" y="731520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63040" y="742492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740664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se aplica? A etapa nem aparece: a barra mostra o traço tracejado e o Próximo pula por cima.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03 · Preencher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5 · ESTAÇÕES DE RECARGA E CIRCUITOS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combo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5120640" cy="60147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6656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76656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324344" y="275234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MARCA E MODELO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Digite ou escolha no catálogo (▾): Wallbox AC 7,4 / 11 / 22 kW e estações DC de 30 a 360 kW. Potência, conector e AC/DC vêm junto.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6766560" y="43434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324344" y="430682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POTÊNCIA E CONECTOR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Definem corrente, disjuntor e cabo do circuito. DC muda o memorial para Modo 4 (IEC 61851).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766560" y="58978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766560" y="5897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324344" y="586130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DISJUNTOR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Calculado. Só preencha para forçar um valor diferente.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1225296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225296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2810744" y="275234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APLICAR AO RESTANTE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Copia marca, modelo e potência do 1º ponto para os demais.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12252960" y="43434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225296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12810744" y="430682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DPS (kA)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kA é o padrão BeGreen; 20 kA quando for o kit Clamper.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12252960" y="58978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2252960" y="5897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12810744" y="586130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CONEXÃO DAS ESTAÇÕES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de internet do cliente ou "não se aplica" — muda as providências do cliente no memorial.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6766560" y="7863840"/>
            <a:ext cx="10515600" cy="822960"/>
          </a:xfrm>
          <a:prstGeom prst="roundRect">
            <a:avLst>
              <a:gd name="adj" fmla="val 26667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178040" y="797356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7635240" y="79552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características de cada carga (marca, modelo, tensão, corrente, potência, FP) entram em texto corrido no memorial.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03 · Preencher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6 · TRECHOS E DIMENSIONAMENTO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etapa6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5120640" cy="60147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6656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76656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324344" y="275234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CLASSE DO CABO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HEPR 1 kV (padrão BeGreen, tabelas 37/39 da NBR 5410) ou PVC 750 V (tabela 36). Muda o cálculo e as premissas do texto.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6766560" y="43434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324344" y="430682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TEMPERATURAS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Ambiente e do solo: aplicam o fator de correção da norma.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766560" y="58978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766560" y="5897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324344" y="586130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LIMITE DE QUEDA DE TENSÃO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4 % por padrão; edite se o projeto exigir outro limite.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1225296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225296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2810744" y="275234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TRECHOS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QGBT → QDA e QDA → estações (ou QGBT → estação). Informe a distância de cada um.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12252960" y="43434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225296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12810744" y="430682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MÉTODO DE REFERÊNCIA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A1 a G (tabela 33): embutido, eletroduto aparente, enterrado, bandeja… define a capacidade do cabo.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12252960" y="58978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2252960" y="5897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12810744" y="5861304"/>
            <a:ext cx="44714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RESULTADO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Seção do cabo, eletroduto, ΔV e "Atende / Reavaliar" aparecem no próprio card e na tabela 5.6.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6766560" y="7863840"/>
            <a:ext cx="1051560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178040" y="797356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7635240" y="79552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edite seção ou disjuntor à mão em caso justificado — o valor manual passa a valer no memorial.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03 · Preencher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PREENCHER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ETAPAS 7 A 10 · DEMANDA, CONCLUSÃO, FOTOS E OBSERVAÇÕES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3840480" cy="4206240"/>
          </a:xfrm>
          <a:prstGeom prst="roundRect">
            <a:avLst>
              <a:gd name="adj" fmla="val 4286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2999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7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ANÁLISE DE DEMANDA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17320" y="393192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se marcada na etapa 2. Potência disponível medida (kW) e pontos simultâneos → seção própria no memorial.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74920" y="2743200"/>
            <a:ext cx="3840480" cy="4206240"/>
          </a:xfrm>
          <a:prstGeom prst="roundRect">
            <a:avLst>
              <a:gd name="adj" fmla="val 4286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40680" y="2999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8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CONCLUSÃO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40680" y="393192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Precisa alterar o padrão de entrada? O card mostra a participação das estações na carga instalada.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9098280" y="2743200"/>
            <a:ext cx="3840480" cy="4206240"/>
          </a:xfrm>
          <a:prstGeom prst="roundRect">
            <a:avLst>
              <a:gd name="adj" fmla="val 4286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464040" y="2999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9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FOTOS DO LOCAL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464040" y="393192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Opcionais. Se colocar, a legenda é obrigatória (vira pendência). ★ guarda a foto na biblioteca do time para reutilizar.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13121640" y="2743200"/>
            <a:ext cx="4114800" cy="4206240"/>
          </a:xfrm>
          <a:prstGeom prst="roundRect">
            <a:avLst>
              <a:gd name="adj" fmla="val 4000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487400" y="299923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10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OBSERVAÇÕES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3487400" y="393192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Texto livre da obra. Clique numa frase pronta para inserir; "+ nova frase" guarda uma frase sua para o time.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1051560" y="731520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63040" y="742492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740664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Última etapa: "Concluir" volta ao topo e abre a lista de pendências — é a deixa para conferir.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" y="950976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BLOCO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0976" y="3291840"/>
            <a:ext cx="16459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950976" y="5120640"/>
            <a:ext cx="1645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CONFERIR E EMITIR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50976" y="6217920"/>
            <a:ext cx="1371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Pendências, o documento, o fluxo de aprovação e as revisões.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0976" y="8979408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 20 a 23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04 · Conferir e emitir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CONFERIR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PENDÊNCIAS: O QUE FALTA E ONDE ESTÁ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pend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10051869" cy="3127248"/>
          </a:xfrm>
          <a:prstGeom prst="rect">
            <a:avLst/>
          </a:prstGeom>
        </p:spPr>
      </p:pic>
      <p:pic>
        <p:nvPicPr>
          <p:cNvPr id="8" name="Image 2" descr="/private/tmp/claude-501/-Users-kauebrunetti-Desktop-AA-IA/a61a0c6d-c00f-4961-a6dc-585d0eb4df0c/scratchpad/shots/r_topo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6126480"/>
            <a:ext cx="16184880" cy="13487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70432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170432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2262104" y="2752344"/>
            <a:ext cx="49743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PÍLULA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barra superior: vermelha com a contagem, verde quando está tudo certo.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11704320" y="38862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704320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2262104" y="3849624"/>
            <a:ext cx="49743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LISTA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Clique na pílula: cada item diz a seção e o campo. Clique no item e o GMD abre a etapa e foca o campo.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11704320" y="49834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1704320" y="4983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2262104" y="4946904"/>
            <a:ext cx="49743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[XX] NO DOCUMENTO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Marcadores que ainda aparecem no texto: falta algum dado que alimenta aquele trecho.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1051560" y="795528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463040" y="806500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1920240" y="804672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pendências não há emissão nem PDF. Navegar entre as etapas é livre — o bloqueio é só na saída.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04 · Conferir e emitir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CONFERIR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QUE VOCÊ VÊ É O PDF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doc3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5394960" cy="5544820"/>
          </a:xfrm>
          <a:prstGeom prst="rect">
            <a:avLst/>
          </a:prstGeom>
        </p:spPr>
      </p:pic>
      <p:pic>
        <p:nvPicPr>
          <p:cNvPr id="8" name="Image 2" descr="/private/tmp/claude-501/-Users-kauebrunetti-Desktop-AA-IA/a61a0c6d-c00f-4961-a6dc-585d0eb4df0c/scratchpad/shots/r_doc7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743200"/>
            <a:ext cx="5394960" cy="55448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234440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2902184" y="2752344"/>
            <a:ext cx="4379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PÁGINAS REAIS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A4 com cabeçalho e rodapé em todas; nada quebra no meio de uma tabela.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12344400" y="41148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234440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2902184" y="4078224"/>
            <a:ext cx="4379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ÍNDICE COM PÁGINAS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Numeração dos itens acompanha as seções incluídas.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12344400" y="54406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2344400" y="5440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2902184" y="5404104"/>
            <a:ext cx="4379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TABELA 5.6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Trecho, método, corrente, cabo, terra, distância, ΔV e situação.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12344400" y="67665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2344400" y="6766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2902184" y="6729984"/>
            <a:ext cx="4379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ELABORADO / APROVADO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Elaborado = você (gestor). Aprovado = Eng. Kauê B. Angeli.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04 · Conferir e emitir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EMITIR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RASCUNHO → REVISADO → EMITIDO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834640"/>
            <a:ext cx="5212080" cy="40233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17320" y="3200400"/>
            <a:ext cx="2377440" cy="548640"/>
          </a:xfrm>
          <a:prstGeom prst="roundRect">
            <a:avLst>
              <a:gd name="adj" fmla="val 16667"/>
            </a:avLst>
          </a:prstGeom>
          <a:solidFill>
            <a:srgbClr val="6E736D"/>
          </a:solidFill>
          <a:ln w="12700">
            <a:solidFill>
              <a:srgbClr val="6E736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3200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RASCUNHO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402336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Editando. Sem pendências, clique em "Marcar como revisado".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263640" y="42062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›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6537960" y="2834640"/>
            <a:ext cx="5212080" cy="40233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03720" y="3200400"/>
            <a:ext cx="2377440" cy="548640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03720" y="3200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REVISADO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903720" y="402336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Alguém confere o documento. "Voltar a rascunho" para ajustar, "Emitir" para fechar.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750040" y="42062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›</a:t>
            </a:r>
            <a:endParaRPr lang="en-US" sz="4000" dirty="0"/>
          </a:p>
        </p:txBody>
      </p:sp>
      <p:sp>
        <p:nvSpPr>
          <p:cNvPr id="17" name="Shape 14"/>
          <p:cNvSpPr/>
          <p:nvPr/>
        </p:nvSpPr>
        <p:spPr>
          <a:xfrm>
            <a:off x="12024360" y="2834640"/>
            <a:ext cx="5212080" cy="40233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2390120" y="3200400"/>
            <a:ext cx="2377440" cy="548640"/>
          </a:xfrm>
          <a:prstGeom prst="roundRect">
            <a:avLst>
              <a:gd name="adj" fmla="val 16667"/>
            </a:avLst>
          </a:prstGeom>
          <a:solidFill>
            <a:srgbClr val="2E8C2A"/>
          </a:solidFill>
          <a:ln w="12700">
            <a:solidFill>
              <a:srgbClr val="2E8C2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90120" y="3200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EMITIDO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2390120" y="402336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Campos travados, PDF liberado. Quem emitiu e quando ficam registrados no documento.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051560" y="740664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63040" y="751636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749808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botões do fluxo ficam na barra superior, ao lado do status. Gerar PDF só funciona com o documento Emitido e sem pendências.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04 · Conferir e emitir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EMITIR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MUDOU ALGO DEPOIS? NOVA REVISÃO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5212080" cy="4206240"/>
          </a:xfrm>
          <a:prstGeom prst="roundRect">
            <a:avLst>
              <a:gd name="adj" fmla="val 391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299923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CLIQUE EM "NOVA REVISÃO"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17320" y="393192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barra superior, com o documento Emitido. O status volta a Rascunho e os campos destravam.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37960" y="2743200"/>
            <a:ext cx="5212080" cy="4206240"/>
          </a:xfrm>
          <a:prstGeom prst="roundRect">
            <a:avLst>
              <a:gd name="adj" fmla="val 391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03720" y="299923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VERSÃO ANTERIOR FICA GUARDADA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903720" y="393192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Rev. 00 vai para o histórico da etapa 1 ("abrir cópia" mostra a versão antiga). A revisão sobe para 01 com a data de hoje.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2024360" y="2743200"/>
            <a:ext cx="5212080" cy="4206240"/>
          </a:xfrm>
          <a:prstGeom prst="roundRect">
            <a:avLst>
              <a:gd name="adj" fmla="val 3913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390120" y="299923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  ·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DESCREVA O QUE MUDOU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90120" y="393192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campo "Descrição desta revisão" vai para a tabela de revisões do memorial. Depois: revisar e emitir de novo.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51560" y="731520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3040" y="742492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740664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Nunca edite um documento Emitido "por fora": o PDF antigo já pode estar com o cliente. Sempre nova revisão.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" y="950976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BLOCO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0976" y="3291840"/>
            <a:ext cx="16459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950976" y="5120640"/>
            <a:ext cx="1645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PADRÕES DA CASA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50976" y="6217920"/>
            <a:ext cx="1371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é fixo, o que muda por obra e o que o time compartilha.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0976" y="8979408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 25 a 27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05 · Padrões da casa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PADRÃO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QUE É FIXO E O QUE MUDA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786384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2999232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FIXO · NÃO SE EDITA  ·  </a:t>
            </a:r>
            <a:pPr indent="0" marL="0">
              <a:buNone/>
            </a:pPr>
            <a:r>
              <a:rPr lang="en-US" sz="20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QUE GARANTE O PADRÃO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17320" y="3931920"/>
            <a:ext cx="7132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Normas e referências (NBR 5410, 17019, IEC 61851, 61439…)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Textos das seções, critérios e premissas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Tabelas de capacidade (36 a 39), fatores de temperatura, queda de tensão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Cabeçalho, rodapé, capa, índice, revisões, Aprovado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Numeração BG-ME e nome do arquivo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9372600" y="2743200"/>
            <a:ext cx="786384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38360" y="2999232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MUDA POR OBRA · VOCÊ PREENCHE  ·  </a:t>
            </a:r>
            <a:pPr indent="0" marL="0">
              <a:buNone/>
            </a:pPr>
            <a:r>
              <a:rPr lang="en-US" sz="20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QUE VEM DAS DEZ ETAPAS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738360" y="3931920"/>
            <a:ext cx="7132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Cliente, endereço, ART, revisão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Rede: tensão, configuração, disjuntor, Ik, aterramento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Transformador, QDA, análise de demanda (quando houver)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Estações: marca, modelo, potência, DPS, conexão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Cabo (1 kV / 750 V), temperaturas, limite de ΔV, distâncias e métodos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Fotos com legenda e observações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51560" y="804672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63040" y="815644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813816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dúvida se algo é fixo ou variável: se não está nas dez etapas, é padrão da casa — fale com o administrador para mudar.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05 · Padrões da casa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PADRÃO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CATÁLOGO, EQUIPE E PAPÉIS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catalogo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6035040" cy="5068634"/>
          </a:xfrm>
          <a:prstGeom prst="rect">
            <a:avLst/>
          </a:prstGeom>
        </p:spPr>
      </p:pic>
      <p:pic>
        <p:nvPicPr>
          <p:cNvPr id="8" name="Image 2" descr="/private/tmp/claude-501/-Users-kauebrunetti-Desktop-AA-IA/a61a0c6d-c00f-4961-a6dc-585d0eb4df0c/scratchpad/shots/r_equip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43200"/>
            <a:ext cx="9921240" cy="277750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58521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315200" y="5852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7872984" y="5815584"/>
            <a:ext cx="4197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CATÁLOGO DE EQUIPAMENTOS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Menu ☰ → Catálogo: marca, modelo, kW, conector, AC/DC e IP. Compartilhado com todo o time; "+ adicionar" e "Salvar catálogo".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12435840" y="58521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2435840" y="5852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2993624" y="5815584"/>
            <a:ext cx="4242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EQUIPE E PAPÉIS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Projetista: cria e emite. Líder: também cria/exclui modelos. Administrador: tudo isso e cadastra pessoas. Desativar bloqueia o acesso na hora.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315200" y="8138160"/>
            <a:ext cx="9921240" cy="777240"/>
          </a:xfrm>
          <a:prstGeom prst="roundRect">
            <a:avLst>
              <a:gd name="adj" fmla="val 28235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726680" y="8247888"/>
            <a:ext cx="365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8183880" y="8229600"/>
            <a:ext cx="8732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Frases prontas e fotos padrão também são do time: o que você guarda aparece para todos.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05 · Padrões da casa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PADRÃO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MÉTRICAS DO TIME</a:t>
            </a:r>
            <a:endParaRPr lang="en-US" sz="4400" dirty="0"/>
          </a:p>
        </p:txBody>
      </p:sp>
      <p:pic>
        <p:nvPicPr>
          <p:cNvPr id="7" name="Image 1" descr="/private/tmp/claude-501/-Users-kauebrunetti-Desktop-AA-IA/a61a0c6d-c00f-4961-a6dc-585d0eb4df0c/scratchpad/shots/r_metricas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0"/>
            <a:ext cx="10058400" cy="47265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170432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2262104" y="2752344"/>
            <a:ext cx="4974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POR GESTOR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Criados, emitidos, em aberto e tempo médio até emitir.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11704320" y="397764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1704320" y="3977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2262104" y="3941064"/>
            <a:ext cx="4974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POR SEMANA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Memoriais criados e emitidos nas últimas 8 semanas.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11704320" y="51663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1704320" y="5166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2262104" y="5129784"/>
            <a:ext cx="4974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PENDÊNCIAS MAIS COMUNS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mais trava os projetos em aberto — bom para treinar o time.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1051560" y="786384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463040" y="797356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1920240" y="795528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Menu ☰ → Métricas. Os dados vêm da nuvem compartilhada; todo mundo vê os mesmos números.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" y="950976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BLOCO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0976" y="3291840"/>
            <a:ext cx="16459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950976" y="5120640"/>
            <a:ext cx="1645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PRÁTICA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50976" y="6217920"/>
            <a:ext cx="1371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Exercício guiado, erros comuns e a última conferência.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0976" y="8979408"/>
            <a:ext cx="164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 29 a 31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06 · Prática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DA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AAA35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PRÁTICA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EXERCÍCIO GUIADO · 10 MINUTOS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09344" y="275234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ENTRAR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gmd.mybegreen.com.br com seu e-mail e senha.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1051560" y="41148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09344" y="407822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MENU ☰ → NOVO A PARTIR DE UM MODELO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"Condomínio · 2 × 7,4 kW · 220 V 2F+N+T · QDA" e clique em Usar.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1051560" y="54406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51560" y="5440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609344" y="540410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1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Cliente "Condomínio Treinamento", endereço, cidade/UF, nº "auto", ART 000000.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1051560" y="67665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6766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609344" y="672998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2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Confira tensão e disjuntor geral; Ik = 6 kA; aterramento existente = Sim.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464040" y="278892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6404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0021824" y="275234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5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Wallbox AC 7,4 kW nos dois pontos ("Aplicar ao restante"). DPS 45 kA.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9464040" y="411480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6404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0021824" y="407822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 6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Trecho 1: 15 m, método B1. Circuitos: 20 m e 30 m. Veja a seção do cabo mudar.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9464040" y="544068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64040" y="5440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21824" y="540410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CONFERIR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Zere as pendências pela pílula da barra. Olhe a tabela 5.6 e o diagrama.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464040" y="6766560"/>
            <a:ext cx="402336" cy="402336"/>
          </a:xfrm>
          <a:prstGeom prst="ellipse">
            <a:avLst/>
          </a:prstGeom>
          <a:solidFill>
            <a:srgbClr val="D2D727"/>
          </a:solidFill>
          <a:ln w="12700">
            <a:solidFill>
              <a:srgbClr val="D2D7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464040" y="6766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21824" y="6729984"/>
            <a:ext cx="7214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EMITIR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6E736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Marcar como revisado → Emitir → Gerar PDF. Confira o nome do arquivo.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1051560" y="8229600"/>
            <a:ext cx="16184880" cy="822960"/>
          </a:xfrm>
          <a:prstGeom prst="roundRect">
            <a:avLst>
              <a:gd name="adj" fmla="val 26667"/>
            </a:avLst>
          </a:prstGeom>
          <a:solidFill>
            <a:srgbClr val="F2F3F0"/>
          </a:solidFill>
          <a:ln w="9525">
            <a:solidFill>
              <a:srgbClr val="D8DAD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463040" y="833932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AA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1920240" y="832104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do exercício, exclua o projeto de treino ou mantenha-o como rascunho para consulta — nunca o emita para um cliente real.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Bloco 06 · Prática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PRÁTICA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DEU ERRADO? O QUE FAZER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7863840" cy="1691640"/>
          </a:xfrm>
          <a:prstGeom prst="roundRect">
            <a:avLst>
              <a:gd name="adj" fmla="val 9730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294436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● NUVEM INDISPONÍVEL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417320" y="3364992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internet ou Supabase pausado. Os dados ficam no navegador e sobem quando voltar. Avise o administrador se persistir.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9372600" y="2743200"/>
            <a:ext cx="7863840" cy="1691640"/>
          </a:xfrm>
          <a:prstGeom prst="roundRect">
            <a:avLst>
              <a:gd name="adj" fmla="val 9730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38360" y="294436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NÃO CONSIGO ENTRAR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38360" y="3364992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E-mail não cadastrado na Equipe, ou senha errada. Use "Esqueci a senha"; se não chegar e-mail, peça o cadastro.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051560" y="4617720"/>
            <a:ext cx="7863840" cy="1691640"/>
          </a:xfrm>
          <a:prstGeom prst="roundRect">
            <a:avLst>
              <a:gd name="adj" fmla="val 9730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17320" y="481888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PRÓXIMO PULOU UMA ETAPA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417320" y="5239512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normal: transformador, QDA e análise de demanda só aparecem quando marcados "Sim" na etapa 2.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9372600" y="4617720"/>
            <a:ext cx="7863840" cy="1691640"/>
          </a:xfrm>
          <a:prstGeom prst="roundRect">
            <a:avLst>
              <a:gd name="adj" fmla="val 9730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38360" y="481888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GERAR PDF NÃO FAZ NADA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9738360" y="5239512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Há pendências ou o documento não está Emitido. Veja a pílula na barra superior.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1051560" y="6492240"/>
            <a:ext cx="7863840" cy="1691640"/>
          </a:xfrm>
          <a:prstGeom prst="roundRect">
            <a:avLst>
              <a:gd name="adj" fmla="val 9730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17320" y="669340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CABO "REAVALIAR"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417320" y="7114032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Queda de tensão acima do limite: aumente a seção, reduza a distância ou revise o método de referência.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9372600" y="6492240"/>
            <a:ext cx="7863840" cy="1691640"/>
          </a:xfrm>
          <a:prstGeom prst="roundRect">
            <a:avLst>
              <a:gd name="adj" fmla="val 9730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738360" y="669340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ERREI DEPOIS DE EMITIR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9738360" y="7114032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Nova revisão. Nunca edite o PDF nem apague o projeto emitido.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1051560" y="8503920"/>
            <a:ext cx="16184880" cy="777240"/>
          </a:xfrm>
          <a:prstGeom prst="roundRect">
            <a:avLst>
              <a:gd name="adj" fmla="val 28235"/>
            </a:avLst>
          </a:prstGeom>
          <a:solidFill>
            <a:srgbClr val="343633"/>
          </a:solidFill>
          <a:ln w="9525">
            <a:solidFill>
              <a:srgbClr val="3436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463040" y="8613648"/>
            <a:ext cx="365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920240" y="8595360"/>
            <a:ext cx="1499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Dúvida que não está aqui: fale com o administrador do gerador (contato no próximo slide).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uebrunetti/Desktop/AA IA/1. GMD - Gerador Memorial Descritivo/assets/begreen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0" y="457200"/>
            <a:ext cx="161848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710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B8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GMD · Treinamento do time de projetos · Encerramento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15864840" y="97109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8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051560" y="914400"/>
            <a:ext cx="16184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ANTES DE ENVIAR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51560" y="1417320"/>
            <a:ext cx="1618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ÚLTIMA CONFERÊNCIA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5156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645920" y="2743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Cliente, endereço e cidade estão como devem sair na capa?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51560" y="36118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64592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Número e revisão corretos? A ART está preenchida?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051560" y="44805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45920" y="4480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Tabela 5.6 toda "Atende"? Diagrama unifilar com todos os pontos?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051560" y="5349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645920" y="5349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Fotos com legenda e observações específicas da obra?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1051560" y="62179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645920" y="6217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 Emitido, com a pílula de pendências verde?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051560" y="70866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D7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645920" y="7086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Arquivo com o nome padrão BG-ME-AA-NNNN_RevNN_Cliente.pdf?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12527280" y="2743200"/>
            <a:ext cx="4709160" cy="5120640"/>
          </a:xfrm>
          <a:prstGeom prst="roundRect">
            <a:avLst>
              <a:gd name="adj" fmla="val 3883"/>
            </a:avLst>
          </a:prstGeom>
          <a:solidFill>
            <a:srgbClr val="343633"/>
          </a:solidFill>
          <a:ln w="12700">
            <a:solidFill>
              <a:srgbClr val="3436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93040" y="3063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LINK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893040" y="3429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gmd.mybegreen.com.br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12893040" y="43434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DÚVIDAS E CADASTROS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2893040" y="4709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Kauê Brunetti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administrador do gerador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kba@mybegreen.com.br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2893040" y="6263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MATERIAL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893040" y="66294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D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 apresentação fica na pasta do time para consulta (docs/treinamento).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51560" y="8412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D7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Obrigado. Agora é só emitir.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GMD · Treinamento do time de projetos</dc:title>
  <dc:subject>PptxGenJS Presentation</dc:subject>
  <dc:creator>BeGreen Mobilidade Elétrica</dc:creator>
  <cp:lastModifiedBy>BeGreen Mobilidade Elétrica</cp:lastModifiedBy>
  <cp:revision>1</cp:revision>
  <dcterms:created xsi:type="dcterms:W3CDTF">2026-09-18T00:11:29Z</dcterms:created>
  <dcterms:modified xsi:type="dcterms:W3CDTF">2026-09-18T00:11:29Z</dcterms:modified>
</cp:coreProperties>
</file>